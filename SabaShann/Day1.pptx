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57"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5" autoAdjust="0"/>
  </p:normalViewPr>
  <p:slideViewPr>
    <p:cSldViewPr snapToGrid="0">
      <p:cViewPr>
        <p:scale>
          <a:sx n="66" d="100"/>
          <a:sy n="66" d="100"/>
        </p:scale>
        <p:origin x="1253" y="3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7F46-0251-45B2-9112-4875015B47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A93DE9-2F0C-4310-9615-D708577DF8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924558-54E7-483E-9C75-9DE07D6AC1CF}"/>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E2F907D6-DBA8-4169-B8D4-D549DC8A88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ED4591-E8BE-4054-A6B1-97A02C832539}"/>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61959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96FD3-4D6A-4DC6-86BC-9C9F0A9B64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AEBB23-1B23-4365-B8FD-9AAA27567EE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284A23-2AD4-4123-89E8-C38F23FD8EC4}"/>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B6FB9915-58E3-49B1-AEEF-1D7C46F11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4E0758-3D4E-4BB3-B665-5D2933DBD8F2}"/>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294637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6AC3-63B4-4F89-8598-0FBF39BC90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6CB54B-96BD-4757-B0B4-D7376E4A7D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D930F72-48B6-49A3-8A39-CF9A5FAB7391}"/>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9355A004-C30D-41CB-AB9D-BE98F7BC4A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612975-21C5-45EA-BD8B-2E887838F81C}"/>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193318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A9F4-FC6A-4DEA-97E1-D021FFE30C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E2B8EA-2E7B-446B-B19C-4A1220AA992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8AC638-AEDC-49E7-A361-0626DD365D9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7B66CF-47D6-4979-A579-2F5ADDB584AA}"/>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6" name="Footer Placeholder 5">
            <a:extLst>
              <a:ext uri="{FF2B5EF4-FFF2-40B4-BE49-F238E27FC236}">
                <a16:creationId xmlns:a16="http://schemas.microsoft.com/office/drawing/2014/main" id="{8ADEFF4F-7503-405B-AE25-33F6356913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EB0BB3-CA39-46A0-A17D-7D2D1270775E}"/>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935145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55DF-AD67-43A2-8293-915B545268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675C75-798A-483C-A99E-976084697B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7E9CC6D-AA30-4F8A-945B-FFB867F3F0B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6C2F49-BB45-4412-B948-A8B08F4D6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A98C48-A0C0-40D6-BB6D-BE60AD5BF81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D719AB-8754-4889-8937-90C4D9573D51}"/>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8" name="Footer Placeholder 7">
            <a:extLst>
              <a:ext uri="{FF2B5EF4-FFF2-40B4-BE49-F238E27FC236}">
                <a16:creationId xmlns:a16="http://schemas.microsoft.com/office/drawing/2014/main" id="{25347506-B365-4B0E-ADA2-46E9584B70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1004FC-B225-4BD3-8298-76497E71ECF0}"/>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103663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6D5F3-7C88-4770-9D5D-9FD3B659D1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9B4610-F40F-426F-876B-6A0F99657684}"/>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4" name="Footer Placeholder 3">
            <a:extLst>
              <a:ext uri="{FF2B5EF4-FFF2-40B4-BE49-F238E27FC236}">
                <a16:creationId xmlns:a16="http://schemas.microsoft.com/office/drawing/2014/main" id="{86E2AA5C-02C5-4414-AF70-9AB27B7C6A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4C89CA-49A5-49EC-A4F7-BCC1BD7FC4A4}"/>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2937798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0FAC25-3E7C-4A36-A779-C49AA4191BBA}"/>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3" name="Footer Placeholder 2">
            <a:extLst>
              <a:ext uri="{FF2B5EF4-FFF2-40B4-BE49-F238E27FC236}">
                <a16:creationId xmlns:a16="http://schemas.microsoft.com/office/drawing/2014/main" id="{3EAF5FC4-4428-4F4C-9973-44C25187BC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B32A55-3960-4EE7-A028-E3BB989DC0C7}"/>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383415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CE8C-4A13-418C-A83C-8954271AB2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4A8931-14C8-400C-BDF9-6CCD7AD0F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B0DD11-796C-4269-92F0-E3C2306C2F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A342B4D-BA85-4377-B78E-6711C9B7E021}"/>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6" name="Footer Placeholder 5">
            <a:extLst>
              <a:ext uri="{FF2B5EF4-FFF2-40B4-BE49-F238E27FC236}">
                <a16:creationId xmlns:a16="http://schemas.microsoft.com/office/drawing/2014/main" id="{E8A1EBE5-AF19-48A4-80F8-EEDA816F2B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EC62D9-0A8A-404D-9B94-3124B93DD1C1}"/>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3984429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856B2-7975-4C32-9DB7-344F8BA49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FB1DB3-E149-4665-927B-0DA3A4AD82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A646F2-B357-4A98-BFBC-B91999EC6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64DA57-2EF1-41A7-9412-97E539B9BAD5}"/>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6" name="Footer Placeholder 5">
            <a:extLst>
              <a:ext uri="{FF2B5EF4-FFF2-40B4-BE49-F238E27FC236}">
                <a16:creationId xmlns:a16="http://schemas.microsoft.com/office/drawing/2014/main" id="{56A83C26-4E2D-4A8C-98CB-B632BE4D1A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990B01-9E35-4C0A-B3D3-8242B0F4FF3F}"/>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1460827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42E1-C960-4897-ADBB-74B367C20F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F6795F-8376-440C-A63C-3774B36345B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B87586-81B8-48F8-99E9-422DE880845C}"/>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7C3EC06E-0224-4572-A553-4A1E0443C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FCFAF8-7D8E-4577-B917-24974BCD456D}"/>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120372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B9539B-18DB-4354-8687-7E31FC52B6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336584-0E4C-4690-A938-AD64331242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FC6346-9782-4A2D-856E-10E6D145CDDF}"/>
              </a:ext>
            </a:extLst>
          </p:cNvPr>
          <p:cNvSpPr>
            <a:spLocks noGrp="1"/>
          </p:cNvSpPr>
          <p:nvPr>
            <p:ph type="dt" sz="half" idx="10"/>
          </p:nvPr>
        </p:nvSpPr>
        <p:spPr/>
        <p:txBody>
          <a:body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BDDEBCEB-4B3D-4F98-95F9-78048DE8B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FF9C80-8E12-474B-93D0-9397AE715DA0}"/>
              </a:ext>
            </a:extLst>
          </p:cNvPr>
          <p:cNvSpPr>
            <a:spLocks noGrp="1"/>
          </p:cNvSpPr>
          <p:nvPr>
            <p:ph type="sldNum" sz="quarter" idx="12"/>
          </p:nvPr>
        </p:nvSpPr>
        <p:spPr/>
        <p:txBody>
          <a:bodyPr/>
          <a:lstStyle/>
          <a:p>
            <a:fld id="{C249C993-43EB-4FFA-B981-2D929AF8DF8B}" type="slidenum">
              <a:rPr lang="en-IN" smtClean="0"/>
              <a:t>‹#›</a:t>
            </a:fld>
            <a:endParaRPr lang="en-IN"/>
          </a:p>
        </p:txBody>
      </p:sp>
    </p:spTree>
    <p:extLst>
      <p:ext uri="{BB962C8B-B14F-4D97-AF65-F5344CB8AC3E}">
        <p14:creationId xmlns:p14="http://schemas.microsoft.com/office/powerpoint/2010/main" val="2639871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147666-544B-486F-9E8E-588933E6A6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7CD181-78C7-41AA-BC83-28D3DA5EAC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39F5C5-C0C3-4702-9136-9F5C8DA16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E61D6-15A8-4920-8DAF-294360AA717D}" type="datetimeFigureOut">
              <a:rPr lang="en-IN" smtClean="0"/>
              <a:t>02-12-2025</a:t>
            </a:fld>
            <a:endParaRPr lang="en-IN"/>
          </a:p>
        </p:txBody>
      </p:sp>
      <p:sp>
        <p:nvSpPr>
          <p:cNvPr id="5" name="Footer Placeholder 4">
            <a:extLst>
              <a:ext uri="{FF2B5EF4-FFF2-40B4-BE49-F238E27FC236}">
                <a16:creationId xmlns:a16="http://schemas.microsoft.com/office/drawing/2014/main" id="{9543F271-CCA0-4BC0-B082-45BDC9CC74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7A79319-4531-4166-9100-901753CB90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9C993-43EB-4FFA-B981-2D929AF8DF8B}" type="slidenum">
              <a:rPr lang="en-IN" smtClean="0"/>
              <a:t>‹#›</a:t>
            </a:fld>
            <a:endParaRPr lang="en-IN"/>
          </a:p>
        </p:txBody>
      </p:sp>
    </p:spTree>
    <p:extLst>
      <p:ext uri="{BB962C8B-B14F-4D97-AF65-F5344CB8AC3E}">
        <p14:creationId xmlns:p14="http://schemas.microsoft.com/office/powerpoint/2010/main" val="1818465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25AE-BA2F-438C-9365-189BD6350B7A}"/>
              </a:ext>
            </a:extLst>
          </p:cNvPr>
          <p:cNvSpPr>
            <a:spLocks noGrp="1"/>
          </p:cNvSpPr>
          <p:nvPr>
            <p:ph type="title"/>
          </p:nvPr>
        </p:nvSpPr>
        <p:spPr>
          <a:xfrm>
            <a:off x="700548" y="935396"/>
            <a:ext cx="10515600" cy="1325563"/>
          </a:xfrm>
          <a:solidFill>
            <a:schemeClr val="tx2">
              <a:lumMod val="20000"/>
              <a:lumOff val="80000"/>
            </a:schemeClr>
          </a:solidFill>
        </p:spPr>
        <p:txBody>
          <a:bodyPr>
            <a:normAutofit/>
          </a:bodyPr>
          <a:lstStyle/>
          <a:p>
            <a:pPr algn="ctr"/>
            <a:r>
              <a:rPr lang="en-US" sz="5400" dirty="0">
                <a:solidFill>
                  <a:srgbClr val="FF0000"/>
                </a:solidFill>
              </a:rPr>
              <a:t>Introduction To Computer</a:t>
            </a:r>
            <a:endParaRPr lang="en-IN" sz="5400" dirty="0">
              <a:solidFill>
                <a:srgbClr val="FF0000"/>
              </a:solidFill>
            </a:endParaRPr>
          </a:p>
        </p:txBody>
      </p:sp>
      <p:sp>
        <p:nvSpPr>
          <p:cNvPr id="3" name="Subtitle 2">
            <a:extLst>
              <a:ext uri="{FF2B5EF4-FFF2-40B4-BE49-F238E27FC236}">
                <a16:creationId xmlns:a16="http://schemas.microsoft.com/office/drawing/2014/main" id="{AB11D30D-D5E2-4317-8F03-D0251850E40F}"/>
              </a:ext>
            </a:extLst>
          </p:cNvPr>
          <p:cNvSpPr>
            <a:spLocks noGrp="1"/>
          </p:cNvSpPr>
          <p:nvPr>
            <p:ph idx="1"/>
          </p:nvPr>
        </p:nvSpPr>
        <p:spPr>
          <a:xfrm>
            <a:off x="838200" y="2661367"/>
            <a:ext cx="10515600" cy="3011845"/>
          </a:xfrm>
        </p:spPr>
        <p:txBody>
          <a:bodyPr>
            <a:normAutofit/>
          </a:bodyPr>
          <a:lstStyle/>
          <a:p>
            <a:pPr marL="0" indent="0" algn="just">
              <a:buNone/>
            </a:pPr>
            <a:r>
              <a:rPr lang="en-US" dirty="0"/>
              <a:t>The quick brown fox jumps over the lazy dog. The quick brown fox jumps over the lazy dog. The quick brown fox jumps over the lazy dog. The quick brown fox jumps over the lazy dog. The quick brown fox jumps over the lazy dog. </a:t>
            </a:r>
          </a:p>
          <a:p>
            <a:pPr marL="0" indent="0" algn="just">
              <a:buNone/>
            </a:pPr>
            <a:r>
              <a:rPr lang="en-US" dirty="0"/>
              <a:t>The quick brown fox jumps over the lazy dog. The quick brown fox jumps over the lazy dog.</a:t>
            </a:r>
          </a:p>
        </p:txBody>
      </p:sp>
    </p:spTree>
    <p:extLst>
      <p:ext uri="{BB962C8B-B14F-4D97-AF65-F5344CB8AC3E}">
        <p14:creationId xmlns:p14="http://schemas.microsoft.com/office/powerpoint/2010/main" val="690064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017ACD8-9EEE-4D63-9487-19880D9E5617}"/>
              </a:ext>
            </a:extLst>
          </p:cNvPr>
          <p:cNvSpPr>
            <a:spLocks noGrp="1"/>
          </p:cNvSpPr>
          <p:nvPr>
            <p:ph type="title"/>
          </p:nvPr>
        </p:nvSpPr>
        <p:spPr>
          <a:xfrm>
            <a:off x="1313834" y="365125"/>
            <a:ext cx="9564331" cy="1325563"/>
          </a:xfrm>
          <a:solidFill>
            <a:schemeClr val="bg1">
              <a:lumMod val="95000"/>
            </a:schemeClr>
          </a:solidFill>
        </p:spPr>
        <p:txBody>
          <a:bodyPr/>
          <a:lstStyle/>
          <a:p>
            <a:pPr algn="ctr"/>
            <a:r>
              <a:rPr lang="en-US" dirty="0">
                <a:solidFill>
                  <a:srgbClr val="FF0000"/>
                </a:solidFill>
              </a:rPr>
              <a:t>Types Of Computer</a:t>
            </a:r>
            <a:endParaRPr lang="en-IN" dirty="0">
              <a:solidFill>
                <a:srgbClr val="FF0000"/>
              </a:solidFill>
            </a:endParaRPr>
          </a:p>
        </p:txBody>
      </p:sp>
      <p:sp>
        <p:nvSpPr>
          <p:cNvPr id="10" name="Content Placeholder 9">
            <a:extLst>
              <a:ext uri="{FF2B5EF4-FFF2-40B4-BE49-F238E27FC236}">
                <a16:creationId xmlns:a16="http://schemas.microsoft.com/office/drawing/2014/main" id="{D83FDFAC-A365-4DAA-8810-385BDC29D5EC}"/>
              </a:ext>
            </a:extLst>
          </p:cNvPr>
          <p:cNvSpPr>
            <a:spLocks noGrp="1"/>
          </p:cNvSpPr>
          <p:nvPr>
            <p:ph idx="1"/>
          </p:nvPr>
        </p:nvSpPr>
        <p:spPr>
          <a:xfrm>
            <a:off x="1313835" y="2408903"/>
            <a:ext cx="9564330" cy="3254478"/>
          </a:xfrm>
          <a:solidFill>
            <a:schemeClr val="accent4">
              <a:lumMod val="20000"/>
              <a:lumOff val="80000"/>
            </a:schemeClr>
          </a:solidFill>
        </p:spPr>
        <p:txBody>
          <a:bodyPr>
            <a:normAutofit lnSpcReduction="10000"/>
          </a:bodyPr>
          <a:lstStyle/>
          <a:p>
            <a:pPr marL="0" indent="0">
              <a:buNone/>
            </a:pPr>
            <a:endParaRPr lang="en-US" sz="2200" dirty="0"/>
          </a:p>
          <a:p>
            <a:pPr marL="0" indent="0">
              <a:buNone/>
            </a:pPr>
            <a:r>
              <a:rPr lang="en-US" sz="2200" dirty="0" err="1"/>
              <a:t>Anolog</a:t>
            </a:r>
            <a:r>
              <a:rPr lang="en-US" sz="2200" dirty="0"/>
              <a:t> Computer</a:t>
            </a:r>
          </a:p>
          <a:p>
            <a:pPr lvl="1">
              <a:buFont typeface="Wingdings" panose="05000000000000000000" pitchFamily="2" charset="2"/>
              <a:buChar char="Ø"/>
            </a:pPr>
            <a:r>
              <a:rPr lang="en-US" sz="2200" dirty="0"/>
              <a:t>Watch, Speedometer, Thermometer</a:t>
            </a:r>
          </a:p>
          <a:p>
            <a:pPr marL="0" indent="0">
              <a:buNone/>
            </a:pPr>
            <a:r>
              <a:rPr lang="en-US" sz="2200" dirty="0"/>
              <a:t>Digital Computer</a:t>
            </a:r>
          </a:p>
          <a:p>
            <a:pPr lvl="1">
              <a:buFont typeface="Wingdings" panose="05000000000000000000" pitchFamily="2" charset="2"/>
              <a:buChar char="Ø"/>
            </a:pPr>
            <a:r>
              <a:rPr lang="en-US" sz="2200" dirty="0"/>
              <a:t>	Micro Computer</a:t>
            </a:r>
          </a:p>
          <a:p>
            <a:pPr lvl="1">
              <a:buFont typeface="Wingdings" panose="05000000000000000000" pitchFamily="2" charset="2"/>
              <a:buChar char="Ø"/>
            </a:pPr>
            <a:r>
              <a:rPr lang="en-US" sz="2200" dirty="0"/>
              <a:t>	Mini Computer</a:t>
            </a:r>
          </a:p>
          <a:p>
            <a:pPr lvl="1">
              <a:buFont typeface="Wingdings" panose="05000000000000000000" pitchFamily="2" charset="2"/>
              <a:buChar char="Ø"/>
            </a:pPr>
            <a:r>
              <a:rPr lang="en-US" sz="2200" dirty="0"/>
              <a:t>	</a:t>
            </a:r>
            <a:r>
              <a:rPr lang="en-US" sz="2200" dirty="0" err="1"/>
              <a:t>MainFrame</a:t>
            </a:r>
            <a:r>
              <a:rPr lang="en-US" sz="2200" dirty="0"/>
              <a:t> Computer</a:t>
            </a:r>
          </a:p>
          <a:p>
            <a:pPr lvl="1">
              <a:buFont typeface="Wingdings" panose="05000000000000000000" pitchFamily="2" charset="2"/>
              <a:buChar char="Ø"/>
            </a:pPr>
            <a:r>
              <a:rPr lang="en-US" sz="2200" dirty="0"/>
              <a:t>	Super Computer</a:t>
            </a:r>
          </a:p>
          <a:p>
            <a:pPr marL="0" indent="0">
              <a:buNone/>
            </a:pPr>
            <a:r>
              <a:rPr lang="en-US" sz="2200" dirty="0"/>
              <a:t>	</a:t>
            </a:r>
          </a:p>
          <a:p>
            <a:pPr marL="0" indent="0">
              <a:buNone/>
            </a:pPr>
            <a:endParaRPr lang="en-IN" sz="2200" dirty="0"/>
          </a:p>
        </p:txBody>
      </p:sp>
      <p:pic>
        <p:nvPicPr>
          <p:cNvPr id="1026" name="Picture 2" descr="https://t3.ftcdn.net/jpg/00/05/02/74/360_F_5027451_YgR7UPtdq3ISTTubJipr0qiOtwhfh2l5.jpg">
            <a:extLst>
              <a:ext uri="{FF2B5EF4-FFF2-40B4-BE49-F238E27FC236}">
                <a16:creationId xmlns:a16="http://schemas.microsoft.com/office/drawing/2014/main" id="{0869900F-B221-4BAC-9004-7386EA8DF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7110" y="2408902"/>
            <a:ext cx="4261054" cy="3254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1279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8A179-8316-4F92-A3EE-AB7678AC8995}"/>
              </a:ext>
            </a:extLst>
          </p:cNvPr>
          <p:cNvSpPr>
            <a:spLocks noGrp="1"/>
          </p:cNvSpPr>
          <p:nvPr>
            <p:ph type="title"/>
          </p:nvPr>
        </p:nvSpPr>
        <p:spPr>
          <a:xfrm>
            <a:off x="839788" y="589935"/>
            <a:ext cx="10515600" cy="1100753"/>
          </a:xfrm>
          <a:solidFill>
            <a:schemeClr val="tx2">
              <a:lumMod val="20000"/>
              <a:lumOff val="80000"/>
            </a:schemeClr>
          </a:solidFill>
        </p:spPr>
        <p:txBody>
          <a:bodyPr/>
          <a:lstStyle/>
          <a:p>
            <a:pPr algn="ctr"/>
            <a:r>
              <a:rPr lang="en-US" dirty="0" err="1"/>
              <a:t>Diffrence</a:t>
            </a:r>
            <a:r>
              <a:rPr lang="en-US" dirty="0"/>
              <a:t> Between RAM and ROM</a:t>
            </a:r>
            <a:endParaRPr lang="en-IN" dirty="0"/>
          </a:p>
        </p:txBody>
      </p:sp>
      <p:sp>
        <p:nvSpPr>
          <p:cNvPr id="3" name="Text Placeholder 2">
            <a:extLst>
              <a:ext uri="{FF2B5EF4-FFF2-40B4-BE49-F238E27FC236}">
                <a16:creationId xmlns:a16="http://schemas.microsoft.com/office/drawing/2014/main" id="{17B2C4CE-EF73-4C85-8580-55E4AA0D87AE}"/>
              </a:ext>
            </a:extLst>
          </p:cNvPr>
          <p:cNvSpPr>
            <a:spLocks noGrp="1"/>
          </p:cNvSpPr>
          <p:nvPr>
            <p:ph type="body" idx="1"/>
          </p:nvPr>
        </p:nvSpPr>
        <p:spPr>
          <a:xfrm>
            <a:off x="839788" y="1818967"/>
            <a:ext cx="5157787" cy="686107"/>
          </a:xfrm>
          <a:solidFill>
            <a:schemeClr val="accent2">
              <a:lumMod val="20000"/>
              <a:lumOff val="80000"/>
            </a:schemeClr>
          </a:solidFill>
        </p:spPr>
        <p:txBody>
          <a:bodyPr anchor="ctr"/>
          <a:lstStyle/>
          <a:p>
            <a:pPr algn="ctr"/>
            <a:r>
              <a:rPr lang="en-US" dirty="0"/>
              <a:t>RAM</a:t>
            </a:r>
            <a:endParaRPr lang="en-IN" dirty="0"/>
          </a:p>
        </p:txBody>
      </p:sp>
      <p:sp>
        <p:nvSpPr>
          <p:cNvPr id="4" name="Content Placeholder 3">
            <a:extLst>
              <a:ext uri="{FF2B5EF4-FFF2-40B4-BE49-F238E27FC236}">
                <a16:creationId xmlns:a16="http://schemas.microsoft.com/office/drawing/2014/main" id="{960554DC-14CE-4B2F-B15E-EB59C7B70B8A}"/>
              </a:ext>
            </a:extLst>
          </p:cNvPr>
          <p:cNvSpPr>
            <a:spLocks noGrp="1"/>
          </p:cNvSpPr>
          <p:nvPr>
            <p:ph sz="half" idx="2"/>
          </p:nvPr>
        </p:nvSpPr>
        <p:spPr>
          <a:solidFill>
            <a:schemeClr val="accent3">
              <a:lumMod val="20000"/>
              <a:lumOff val="80000"/>
            </a:schemeClr>
          </a:solidFill>
        </p:spPr>
        <p:txBody>
          <a:bodyPr>
            <a:normAutofit/>
          </a:bodyPr>
          <a:lstStyle/>
          <a:p>
            <a:r>
              <a:rPr lang="en-US" dirty="0"/>
              <a:t>The quick brown fox jumps over the lazy dog. don quick brown</a:t>
            </a:r>
          </a:p>
          <a:p>
            <a:r>
              <a:rPr lang="en-US" dirty="0"/>
              <a:t>Fox jumps over the lazy don. The quick brown fox jumps over the lazy dog.</a:t>
            </a:r>
          </a:p>
          <a:p>
            <a:r>
              <a:rPr lang="en-US" dirty="0"/>
              <a:t>The quick brown fox jumps over the lazy dog. The quick brown fox jumps over the lazy dog. </a:t>
            </a:r>
          </a:p>
        </p:txBody>
      </p:sp>
      <p:sp>
        <p:nvSpPr>
          <p:cNvPr id="5" name="Text Placeholder 4">
            <a:extLst>
              <a:ext uri="{FF2B5EF4-FFF2-40B4-BE49-F238E27FC236}">
                <a16:creationId xmlns:a16="http://schemas.microsoft.com/office/drawing/2014/main" id="{8C914FF0-FA9E-44A6-912F-497898FF7F16}"/>
              </a:ext>
            </a:extLst>
          </p:cNvPr>
          <p:cNvSpPr>
            <a:spLocks noGrp="1"/>
          </p:cNvSpPr>
          <p:nvPr>
            <p:ph type="body" sz="quarter" idx="3"/>
          </p:nvPr>
        </p:nvSpPr>
        <p:spPr>
          <a:xfrm>
            <a:off x="6172200" y="1818967"/>
            <a:ext cx="5183188" cy="686108"/>
          </a:xfrm>
          <a:solidFill>
            <a:schemeClr val="accent2">
              <a:lumMod val="20000"/>
              <a:lumOff val="80000"/>
            </a:schemeClr>
          </a:solidFill>
        </p:spPr>
        <p:txBody>
          <a:bodyPr anchor="ctr"/>
          <a:lstStyle/>
          <a:p>
            <a:pPr algn="ctr"/>
            <a:r>
              <a:rPr lang="en-US" dirty="0"/>
              <a:t>ROM</a:t>
            </a:r>
            <a:endParaRPr lang="en-IN" dirty="0"/>
          </a:p>
        </p:txBody>
      </p:sp>
      <p:sp>
        <p:nvSpPr>
          <p:cNvPr id="6" name="Content Placeholder 5">
            <a:extLst>
              <a:ext uri="{FF2B5EF4-FFF2-40B4-BE49-F238E27FC236}">
                <a16:creationId xmlns:a16="http://schemas.microsoft.com/office/drawing/2014/main" id="{E36C5202-824F-4252-A592-1E65E83D6049}"/>
              </a:ext>
            </a:extLst>
          </p:cNvPr>
          <p:cNvSpPr>
            <a:spLocks noGrp="1"/>
          </p:cNvSpPr>
          <p:nvPr>
            <p:ph sz="quarter" idx="4"/>
          </p:nvPr>
        </p:nvSpPr>
        <p:spPr>
          <a:solidFill>
            <a:schemeClr val="accent3">
              <a:lumMod val="20000"/>
              <a:lumOff val="80000"/>
            </a:schemeClr>
          </a:solidFill>
        </p:spPr>
        <p:txBody>
          <a:bodyPr>
            <a:normAutofit/>
          </a:bodyPr>
          <a:lstStyle/>
          <a:p>
            <a:r>
              <a:rPr lang="en-US" dirty="0"/>
              <a:t>The quick brown fox jumps over the lazy dog. The quick </a:t>
            </a:r>
          </a:p>
          <a:p>
            <a:r>
              <a:rPr lang="en-US" dirty="0"/>
              <a:t>Brown fox jumps over the lazy dog. The quick brown fox jumps over the lazy dog. </a:t>
            </a:r>
          </a:p>
          <a:p>
            <a:r>
              <a:rPr lang="en-US" dirty="0"/>
              <a:t>The quick brown fox jumps over the lazy dog. The quick brown fox jumps over the lazy dog. </a:t>
            </a:r>
          </a:p>
        </p:txBody>
      </p:sp>
    </p:spTree>
    <p:extLst>
      <p:ext uri="{BB962C8B-B14F-4D97-AF65-F5344CB8AC3E}">
        <p14:creationId xmlns:p14="http://schemas.microsoft.com/office/powerpoint/2010/main" val="21189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2A82652-6F99-4B56-AB1E-9CF4199FA3A3}"/>
              </a:ext>
            </a:extLst>
          </p:cNvPr>
          <p:cNvSpPr txBox="1"/>
          <p:nvPr/>
        </p:nvSpPr>
        <p:spPr>
          <a:xfrm>
            <a:off x="1484672" y="668594"/>
            <a:ext cx="9222658" cy="769441"/>
          </a:xfrm>
          <a:prstGeom prst="rect">
            <a:avLst/>
          </a:prstGeom>
          <a:solidFill>
            <a:schemeClr val="accent3">
              <a:lumMod val="20000"/>
              <a:lumOff val="80000"/>
            </a:schemeClr>
          </a:solidFill>
        </p:spPr>
        <p:txBody>
          <a:bodyPr wrap="square" rtlCol="0" anchor="ctr">
            <a:spAutoFit/>
          </a:bodyPr>
          <a:lstStyle/>
          <a:p>
            <a:pPr algn="ctr"/>
            <a:r>
              <a:rPr lang="en-US" sz="4400" dirty="0"/>
              <a:t>Conclusion</a:t>
            </a:r>
            <a:endParaRPr lang="en-IN" sz="4400" dirty="0"/>
          </a:p>
        </p:txBody>
      </p:sp>
      <p:sp>
        <p:nvSpPr>
          <p:cNvPr id="7" name="TextBox 6">
            <a:extLst>
              <a:ext uri="{FF2B5EF4-FFF2-40B4-BE49-F238E27FC236}">
                <a16:creationId xmlns:a16="http://schemas.microsoft.com/office/drawing/2014/main" id="{DCBF6501-BE4F-46CD-98C1-1D99810CF588}"/>
              </a:ext>
            </a:extLst>
          </p:cNvPr>
          <p:cNvSpPr txBox="1"/>
          <p:nvPr/>
        </p:nvSpPr>
        <p:spPr>
          <a:xfrm>
            <a:off x="1484673" y="1917290"/>
            <a:ext cx="9222658" cy="3139321"/>
          </a:xfrm>
          <a:prstGeom prst="rect">
            <a:avLst/>
          </a:prstGeom>
          <a:solidFill>
            <a:schemeClr val="accent6">
              <a:lumMod val="20000"/>
              <a:lumOff val="80000"/>
            </a:schemeClr>
          </a:solidFill>
        </p:spPr>
        <p:txBody>
          <a:bodyPr wrap="square" rtlCol="0">
            <a:spAutoFit/>
          </a:bodyPr>
          <a:lstStyle/>
          <a:p>
            <a:pPr algn="just"/>
            <a:r>
              <a:rPr lang="en-US" dirty="0"/>
              <a:t>The quick brown fox jumps over the lazy dog. The quick brown fox jumps over the lazy dog. The quick brown fox jumps over the lazy dog. The quick brown fox jumps over the lazy dog. The quick brown fox jumps over the lazy dog. </a:t>
            </a:r>
          </a:p>
          <a:p>
            <a:pPr algn="just"/>
            <a:endParaRPr lang="en-US" dirty="0"/>
          </a:p>
          <a:p>
            <a:pPr algn="just"/>
            <a:r>
              <a:rPr lang="en-US" dirty="0"/>
              <a:t>The quick brown fox jumps over the lazy dog. The quick brown fox jumps over the lazy dog. The quick brown fox jumps over the lazy dog. The quick brown fox jumps over the lazy dog. The quick brown fox jumps over the lazy dog. </a:t>
            </a:r>
          </a:p>
          <a:p>
            <a:pPr algn="just"/>
            <a:endParaRPr lang="en-US" dirty="0"/>
          </a:p>
          <a:p>
            <a:pPr algn="just"/>
            <a:r>
              <a:rPr lang="en-US" dirty="0"/>
              <a:t>The quick brown fox jumps over the lazy dog. The quick brown fox jumps over the lazy dog. The quick brown fox jumps over the lazy dog. The quick brown fox jumps over the lazy dog. The quick brown fox jumps over the lazy dog. </a:t>
            </a:r>
          </a:p>
        </p:txBody>
      </p:sp>
    </p:spTree>
    <p:extLst>
      <p:ext uri="{BB962C8B-B14F-4D97-AF65-F5344CB8AC3E}">
        <p14:creationId xmlns:p14="http://schemas.microsoft.com/office/powerpoint/2010/main" val="192701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4,807 Mainframe Stock Photos, High-Res Pictures, and Images - Getty Images  | Computer mainframe, Mainframe room, Mainframe icon">
            <a:extLst>
              <a:ext uri="{FF2B5EF4-FFF2-40B4-BE49-F238E27FC236}">
                <a16:creationId xmlns:a16="http://schemas.microsoft.com/office/drawing/2014/main" id="{318B6467-FB3E-4E17-95ED-A6DC6A03D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503"/>
            <a:ext cx="5818018" cy="386917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447 Mainframe Computers Stock Photos - Free &amp; Royalty-Free Stock Photos  from Dreamstime">
            <a:extLst>
              <a:ext uri="{FF2B5EF4-FFF2-40B4-BE49-F238E27FC236}">
                <a16:creationId xmlns:a16="http://schemas.microsoft.com/office/drawing/2014/main" id="{CA6FE1D9-7987-4478-B347-363C67A6D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156" y="1470607"/>
            <a:ext cx="6005765" cy="41900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288 Black And White Old Computer Stock Photos, High-Res Pictures, and  Images - Getty Images">
            <a:extLst>
              <a:ext uri="{FF2B5EF4-FFF2-40B4-BE49-F238E27FC236}">
                <a16:creationId xmlns:a16="http://schemas.microsoft.com/office/drawing/2014/main" id="{B887590A-9324-41F0-BDB7-C446E4D90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4150" y="2988828"/>
            <a:ext cx="5657850" cy="3869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53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356</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Introduction To Computer</vt:lpstr>
      <vt:lpstr>Types Of Computer</vt:lpstr>
      <vt:lpstr>Diffrence Between RAM and ROM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dc:title>
  <dc:creator>pc</dc:creator>
  <cp:lastModifiedBy>pc</cp:lastModifiedBy>
  <cp:revision>5</cp:revision>
  <dcterms:created xsi:type="dcterms:W3CDTF">2025-12-02T11:15:54Z</dcterms:created>
  <dcterms:modified xsi:type="dcterms:W3CDTF">2025-12-02T11:56:22Z</dcterms:modified>
</cp:coreProperties>
</file>